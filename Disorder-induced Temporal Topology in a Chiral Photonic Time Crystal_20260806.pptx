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5E68147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544915-A278-5EDD-E70F-CF0610BAF8FB}" name="Kunze He (SSE,123090161)" initials="KH(" userId="S::123090161@link.cuhk.edu.cn::d6a3d36b-0f4e-44dd-9849-ada9371e9b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40"/>
  </p:normalViewPr>
  <p:slideViewPr>
    <p:cSldViewPr snapToGrid="0">
      <p:cViewPr varScale="1">
        <p:scale>
          <a:sx n="102" d="100"/>
          <a:sy n="102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1_5E6814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388796-642A-094A-B6A5-63667C2434F4}" authorId="{AE544915-A278-5EDD-E70F-CF0610BAF8FB}" created="2026-08-06T15:48:23.510">
    <pc:sldMkLst xmlns:pc="http://schemas.microsoft.com/office/powerpoint/2013/main/command">
      <pc:docMk/>
      <pc:sldMk cId="1583879294" sldId="257"/>
    </pc:sldMkLst>
    <p188:txBody>
      <a:bodyPr/>
      <a:lstStyle/>
      <a:p>
        <a:r>
          <a:rPr lang="zh-CN" altLang="en-US"/>
          <a:t>Mohammad M. Asgari, Puneet Garg, Xuchen Wang, Mohammad S. Mirmoosa, Carsten Rockstuhl, and Viktar Asadchy, "Theory and applications of photonic time crystals: a tutorial," Adv. Opt. Photon. 16, 958-1063 (2024)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DD783-7577-7368-C1F9-4147D9C34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690A24-43C3-F8D6-0378-725B0574F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6CBE4-54CC-80C8-82D0-CE2601A2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8D04C-E63D-E020-E048-0356A97B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3A406-29C3-4783-2621-BB1818BA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16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BE3C7-15D9-8EA9-74B7-BC4465E2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42015-0933-88FC-63AB-C11B5B78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46D1E-B05B-4A8F-F29E-DDBF55F6A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5DA70-C654-B6DA-6827-034677A8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C0556B-3099-70A8-C71A-51C6F5F0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004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74F4E-195B-DDD6-172F-86834ACF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B6AAAE-35E9-5387-360D-308A8BAD4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BBEA23-6180-B8EB-7832-B8DBA019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F8FC50-B007-FF7C-22C3-25F4E6C4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84807-3E80-1626-BC70-76446728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846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99C44-4572-EC0C-7764-FF9A416A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26B78-77BE-55F5-23AF-393FF3A1C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6ED661-0ABD-E505-7ADF-2924EDEBA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0A154A-D196-C515-297E-DD56F76D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D76243-CEB1-51B7-99C1-7293A121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D0CB93-B02D-6755-BBC3-C265B96C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7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9C577-04F6-F9EA-F4C0-FAD0C21AB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02BA79-7BA7-68BA-2DC8-B0D051910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964853-A94A-B811-5C26-6D7462452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F38556-0684-207C-60DF-E5465C96B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632619-D33C-547F-63A4-CB4E06B74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1FE0B6-A7D0-F365-1000-19B16FE7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BDD651-664E-50D7-4622-79054BCA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B64554-DAD2-41E5-5417-4F23B7F6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185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656D4-E2DD-6321-75C7-45904936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F53DA7-0CD3-BD73-8D5A-797C223C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8E2FE6-552F-300C-8AD9-836F67BF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8F84CB-8697-4EDD-C459-2471C331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77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CEA8A9-4D57-4F83-F484-6012E981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14FB93-C1F0-0098-5F81-7BD6FE2F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2F6E4-7CCE-90DB-099F-8ABFA250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536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92611-698B-5B4B-7004-C197F4F6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D93C26-D3A1-84BB-24E2-ADBDFA70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795919-DE73-08B4-AB15-0F8C6A0F7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2E64B9-E707-9167-E31D-EA5F62BF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FF7EF1-4B67-14DD-CFBC-A52493CD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A774B1-5775-5C1B-6536-7F458CA4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634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0560D-8C65-1655-4FC4-8FF081C2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DA6689-8280-9895-07AB-8008FD8EF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EF01E-4769-A377-3F63-6D22A5E4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78965F-B025-BF34-FE37-5A3DAAA3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3C202A-C62A-43FC-B4F4-8D104FE2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9ED9C3-C43B-BD48-E5D4-188B59EA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372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94A9C-3EE2-CDD9-CD3C-9BC9E851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86190D-DF89-2400-EF52-BFD3FF262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9C9B2-6BA4-B0C2-B149-EA89A0DB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D83707-8B34-0621-2FB8-CBD42B9A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C47B6F-50B8-745D-DA46-245C543E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627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040AC6-A932-EDEE-C850-A1EF020D9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8330A6-8917-E666-2090-C87158ED3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343FA-2AE2-F633-FF21-899C4D37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D37F5-BF1A-F075-039B-931792D1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E6B39-DD4F-1B23-43EB-C84D316F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7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C2331C-9773-8E61-D677-847AC4E1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C08DEC-F26F-9974-82BB-D91977D23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9FF931-7A6F-940E-1D50-2786AA35D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2BCE4-CB32-8144-853E-0B3F3CAD0A5B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9CA63-D2E9-7D2F-BFFE-3CCF6A94A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EBAB75-A612-01EE-E32B-E8EC85ED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4669A-8E70-3445-9E9F-CA998267CA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026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1_5E68147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005C45-B2BA-E4E6-4494-CC43AC0FF3DB}"/>
              </a:ext>
            </a:extLst>
          </p:cNvPr>
          <p:cNvSpPr txBox="1"/>
          <p:nvPr/>
        </p:nvSpPr>
        <p:spPr>
          <a:xfrm>
            <a:off x="2517731" y="2054268"/>
            <a:ext cx="6876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Disorder-induced Temporal Topology in a Chiral Photonic Time Crystal</a:t>
            </a:r>
            <a:endParaRPr kumimoji="1" lang="zh-CN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8DC7BB-6DAF-113C-58A4-00235E179067}"/>
              </a:ext>
            </a:extLst>
          </p:cNvPr>
          <p:cNvSpPr txBox="1"/>
          <p:nvPr/>
        </p:nvSpPr>
        <p:spPr>
          <a:xfrm>
            <a:off x="4622104" y="3645074"/>
            <a:ext cx="250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He Kunze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2A9594-9968-0476-B385-18001B01D678}"/>
              </a:ext>
            </a:extLst>
          </p:cNvPr>
          <p:cNvSpPr txBox="1"/>
          <p:nvPr/>
        </p:nvSpPr>
        <p:spPr>
          <a:xfrm>
            <a:off x="4622104" y="4358717"/>
            <a:ext cx="2505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2026.8.6</a:t>
            </a:r>
            <a:endParaRPr kumimoji="1"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0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48CAF-42D6-BB81-5715-C42349EB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97" y="377651"/>
            <a:ext cx="9996814" cy="71211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Background: Photonic Time Crystals (PTCs)</a:t>
            </a:r>
            <a:endParaRPr kumimoji="1" lang="zh-CN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328C48-8EF9-9E61-BDEF-9D88C6C98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7" y="1089764"/>
            <a:ext cx="2626793" cy="14248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2534DB-97AA-D745-FDE5-F59C50F97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7" y="4002391"/>
            <a:ext cx="2626793" cy="14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792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20</Words>
  <Application>Microsoft Macintosh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PowerPoint 演示文稿</vt:lpstr>
      <vt:lpstr>Background: Photonic Time Crystals (PTCs)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Kunze He (SSE,123090161)</dc:creator>
  <cp:lastModifiedBy>Kunze He (SSE,123090161)</cp:lastModifiedBy>
  <cp:revision>1</cp:revision>
  <dcterms:created xsi:type="dcterms:W3CDTF">2026-08-06T11:17:26Z</dcterms:created>
  <dcterms:modified xsi:type="dcterms:W3CDTF">2026-08-06T17:16:31Z</dcterms:modified>
</cp:coreProperties>
</file>